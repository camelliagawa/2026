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38928"/>
            <a:ext cx="12191695" cy="1737360"/>
          </a:xfrm>
          <a:prstGeom prst="rect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9FB4D8"/>
                </a:solidFill>
                <a:latin typeface="Meiryo"/>
                <a:ea typeface="Meiryo"/>
                <a:cs typeface="Meiryo"/>
              </a:rPr>
              <a:t>包丁 研磨ルート生成ツール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操作手順書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5156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0">
                <a:solidFill>
                  <a:srgbClr val="C9D4E8"/>
                </a:solidFill>
                <a:latin typeface="Meiryo"/>
                <a:ea typeface="Meiryo"/>
                <a:cs typeface="Meiryo"/>
              </a:rPr>
              <a:t>〜 写真の撮影から研磨ルートCSVの出力まで 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初めてご利用の方向け　操作ガイド</a:t>
            </a:r>
          </a:p>
          <a:p>
            <a:pPr algn="l"/>
            <a:r>
              <a:rPr sz="1500" b="0">
                <a:solidFill>
                  <a:srgbClr val="9FB4D8"/>
                </a:solidFill>
                <a:latin typeface="Meiryo"/>
                <a:ea typeface="Meiryo"/>
                <a:cs typeface="Meiryo"/>
              </a:rP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368735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このツールでできること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A4用紙の上に置いた包丁を写真に撮るだけ</a:t>
            </a:r>
            <a:r>
              <a:rPr sz="200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で、刃の形状を自動で計測し、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研磨ロボット（RoboDK）用の </a:t>
            </a:r>
            <a:r>
              <a:rPr sz="20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研磨ルートCSV</a:t>
            </a:r>
            <a:r>
              <a:rPr sz="200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 を生成します。</a:t>
            </a:r>
          </a:p>
          <a:p>
            <a:pPr algn="l"/>
            <a:r>
              <a:rPr sz="16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専用の計測器は不要。スマホ／PCのカメラと A4用紙 があれば始められます。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40"/>
            <a:ext cx="1443837" cy="1234440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443837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①撮影・読込</a:t>
            </a:r>
          </a:p>
        </p:txBody>
      </p:sp>
      <p:sp>
        <p:nvSpPr>
          <p:cNvPr id="8" name="Chevron 7"/>
          <p:cNvSpPr/>
          <p:nvPr/>
        </p:nvSpPr>
        <p:spPr>
          <a:xfrm>
            <a:off x="1992477" y="3598164"/>
            <a:ext cx="164592" cy="164592"/>
          </a:xfrm>
          <a:prstGeom prst="chevron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57069" y="3063240"/>
            <a:ext cx="1443837" cy="1234440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57069" y="3063240"/>
            <a:ext cx="1443837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②結果を確認</a:t>
            </a:r>
          </a:p>
        </p:txBody>
      </p:sp>
      <p:sp>
        <p:nvSpPr>
          <p:cNvPr id="11" name="Chevron 10"/>
          <p:cNvSpPr/>
          <p:nvPr/>
        </p:nvSpPr>
        <p:spPr>
          <a:xfrm>
            <a:off x="3600907" y="3598164"/>
            <a:ext cx="164592" cy="164592"/>
          </a:xfrm>
          <a:prstGeom prst="chevron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65499" y="3063240"/>
            <a:ext cx="1443837" cy="1234440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5499" y="3063240"/>
            <a:ext cx="1443837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③校正</a:t>
            </a:r>
          </a:p>
        </p:txBody>
      </p:sp>
      <p:sp>
        <p:nvSpPr>
          <p:cNvPr id="14" name="Chevron 13"/>
          <p:cNvSpPr/>
          <p:nvPr/>
        </p:nvSpPr>
        <p:spPr>
          <a:xfrm>
            <a:off x="5209336" y="3598164"/>
            <a:ext cx="164592" cy="164592"/>
          </a:xfrm>
          <a:prstGeom prst="chevron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73928" y="3063240"/>
            <a:ext cx="1443837" cy="1234440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3928" y="3063240"/>
            <a:ext cx="1443837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④アゴ・切先
指定</a:t>
            </a:r>
          </a:p>
        </p:txBody>
      </p:sp>
      <p:sp>
        <p:nvSpPr>
          <p:cNvPr id="17" name="Chevron 16"/>
          <p:cNvSpPr/>
          <p:nvPr/>
        </p:nvSpPr>
        <p:spPr>
          <a:xfrm>
            <a:off x="6817766" y="3598164"/>
            <a:ext cx="164592" cy="164592"/>
          </a:xfrm>
          <a:prstGeom prst="chevron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82358" y="3063240"/>
            <a:ext cx="1443837" cy="1234440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2358" y="3063240"/>
            <a:ext cx="1443837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⑤刃渡り曲線
（3D）</a:t>
            </a:r>
          </a:p>
        </p:txBody>
      </p:sp>
      <p:sp>
        <p:nvSpPr>
          <p:cNvPr id="20" name="Chevron 19"/>
          <p:cNvSpPr/>
          <p:nvPr/>
        </p:nvSpPr>
        <p:spPr>
          <a:xfrm>
            <a:off x="8426195" y="3598164"/>
            <a:ext cx="164592" cy="164592"/>
          </a:xfrm>
          <a:prstGeom prst="chevron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0787" y="3063240"/>
            <a:ext cx="1443837" cy="1234440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0787" y="3063240"/>
            <a:ext cx="1443837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⑥刃先形状</a:t>
            </a:r>
          </a:p>
        </p:txBody>
      </p:sp>
      <p:sp>
        <p:nvSpPr>
          <p:cNvPr id="23" name="Chevron 22"/>
          <p:cNvSpPr/>
          <p:nvPr/>
        </p:nvSpPr>
        <p:spPr>
          <a:xfrm>
            <a:off x="10034625" y="3598164"/>
            <a:ext cx="164592" cy="164592"/>
          </a:xfrm>
          <a:prstGeom prst="chevron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99217" y="3063240"/>
            <a:ext cx="1443837" cy="1234440"/>
          </a:xfrm>
          <a:prstGeom prst="roundRect">
            <a:avLst/>
          </a:prstGeom>
          <a:solidFill>
            <a:srgbClr val="18A06A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217" y="3063240"/>
            <a:ext cx="1443837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⑦合わせて
CSV出力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▲ 全体の流れ（このあとのページで、各ステップを順番に説明します）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40680"/>
            <a:ext cx="11091672" cy="868680"/>
          </a:xfrm>
          <a:prstGeom prst="roundRect">
            <a:avLst/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40680"/>
            <a:ext cx="76200" cy="868680"/>
          </a:xfrm>
          <a:prstGeom prst="rect">
            <a:avLst/>
          </a:prstGeom>
          <a:solidFill>
            <a:srgbClr val="18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513832"/>
            <a:ext cx="10817352" cy="7223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8A06A"/>
                </a:solidFill>
                <a:latin typeface="Meiryo"/>
                <a:ea typeface="Meiryo"/>
                <a:cs typeface="Meiryo"/>
              </a:rPr>
              <a:t>💡 はじめに</a:t>
            </a:r>
          </a:p>
          <a:p>
            <a:pPr algn="l"/>
            <a:r>
              <a:rPr sz="13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操作はすべて画面上のボタンで進みます。上から順にボタンを押していくだけで、CSV出力まで到達できます。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82880"/>
            <a:ext cx="1874519" cy="658368"/>
          </a:xfrm>
          <a:prstGeom prst="round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874519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準備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0"/>
            <a:ext cx="9311335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まずは写真を撮影します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2531582"/>
            <a:ext cx="5504688" cy="19777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nife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40726"/>
            <a:ext cx="5486400" cy="19594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715000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▲ A4用紙の上に包丁を置いて、真上から撮影した例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5394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撮影のポイント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539496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A4用紙を平らな場所に置く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白い紙だと刃の輪郭がはっきり写ります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用紙の上に包丁を置く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アゴ〜切先まで、刃全体が用紙からはみ出さないように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用紙全体が写るように真上から撮る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用紙の四隅が画面に入るのが目安です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明るい場所で、影や反射を避ける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刃のテカリや手の影が入らないように注意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5532120"/>
            <a:ext cx="5285232" cy="868680"/>
          </a:xfrm>
          <a:prstGeom prst="roundRect">
            <a:avLst/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5532120"/>
            <a:ext cx="76200" cy="868680"/>
          </a:xfrm>
          <a:prstGeom prst="rect">
            <a:avLst/>
          </a:prstGeom>
          <a:solidFill>
            <a:srgbClr val="18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5605272"/>
            <a:ext cx="5010912" cy="7223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8A06A"/>
                </a:solidFill>
                <a:latin typeface="Meiryo"/>
                <a:ea typeface="Meiryo"/>
                <a:cs typeface="Meiryo"/>
              </a:rPr>
              <a:t>💡 なぜA4用紙？</a:t>
            </a:r>
          </a:p>
          <a:p>
            <a:pPr algn="l"/>
            <a:r>
              <a:rPr sz="13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長辺297mmを「ものさし」として使い、写真から実際の寸法（mm）を自動計算します。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82880"/>
            <a:ext cx="1874519" cy="658368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874519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0"/>
            <a:ext cx="9311335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画像を読み込む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2130" y="1362456"/>
            <a:ext cx="3759420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_action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274" y="1371600"/>
            <a:ext cx="3741132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1691640"/>
            <a:ext cx="530352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8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撮影する場合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「📷 撮影」ボタンを押して、その場で撮影します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8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保存した写真を使う場合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「🖼 画像ファイルを選択」から写真を選びます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8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読み込むと自動でエッジ検出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刃の輪郭を抽出した白黒画像が自動で作られます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5212080"/>
            <a:ext cx="5212080" cy="1051560"/>
          </a:xfrm>
          <a:prstGeom prst="roundRect">
            <a:avLst/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5212080"/>
            <a:ext cx="76200" cy="1051560"/>
          </a:xfrm>
          <a:prstGeom prst="rect">
            <a:avLst/>
          </a:prstGeom>
          <a:solidFill>
            <a:srgbClr val="18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5285232"/>
            <a:ext cx="4937760" cy="9052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8A06A"/>
                </a:solidFill>
                <a:latin typeface="Meiryo"/>
                <a:ea typeface="Meiryo"/>
                <a:cs typeface="Meiryo"/>
              </a:rPr>
              <a:t>💡 OpenCV 準備完了 ✓ の表示を確認</a:t>
            </a:r>
          </a:p>
          <a:p>
            <a:pPr algn="l"/>
            <a:r>
              <a:rPr sz="13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画面上部が緑色の「準備完了」になってからボタンを押してください。「前回の画像」で直前の写真をすぐ呼び出せます。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82880"/>
            <a:ext cx="1874519" cy="658368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874519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0"/>
            <a:ext cx="9311335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「結果」タブで確認する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1814441" y="1362456"/>
            <a:ext cx="2497597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585" y="1371600"/>
            <a:ext cx="2479309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1691640"/>
            <a:ext cx="566928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7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「結果」タブを開く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画面のタブを「結果」に切り替えます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7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検出画像（上）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撮影した包丁の写真がそのまま表示されます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7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エッジ検出画像（下）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刃と用紙の輪郭が白い線で抽出されています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7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輪郭がきれいに出ているか確認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刃の形がはっきり出ていれば次へ進みます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5349240"/>
            <a:ext cx="5669280" cy="960120"/>
          </a:xfrm>
          <a:prstGeom prst="roundRect">
            <a:avLst/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5349240"/>
            <a:ext cx="76200" cy="9601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5422392"/>
            <a:ext cx="5394960" cy="8138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2B13C"/>
                </a:solidFill>
                <a:latin typeface="Meiryo"/>
                <a:ea typeface="Meiryo"/>
                <a:cs typeface="Meiryo"/>
              </a:rPr>
              <a:t>💡 輪郭がうまく出ないときは</a:t>
            </a:r>
          </a:p>
          <a:p>
            <a:pPr algn="l"/>
            <a:r>
              <a:rPr sz="13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「画像処理パラメータ」でエッジの感度を調整するか、明るい場所で撮り直してください。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82880"/>
            <a:ext cx="1874519" cy="658368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874519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3-4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0"/>
            <a:ext cx="9311335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校正してアゴ・切先を指定する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3468" y="1362456"/>
            <a:ext cx="3608183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_ca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612" y="1371600"/>
            <a:ext cx="3589895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554480"/>
            <a:ext cx="5212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① 校正（実寸合わせ）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52120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5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基準を「A4用紙」にする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用紙の長辺297mmを基準に自動で校正します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5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緑の線と px/mm 表示が出ればOK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例：297mm = 10.90 px/mm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212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② アゴ・切先を指定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52120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5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「✋ アゴ・切先を手動指定」を押す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画像上でアゴ（刃元）と切先（先端）をクリック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5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赤丸をドラッグで微調整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刃に沿ったシアンの曲線＝刃渡り曲線が引かれます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806440"/>
            <a:ext cx="5166360" cy="777240"/>
          </a:xfrm>
          <a:prstGeom prst="roundRect">
            <a:avLst/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5806440"/>
            <a:ext cx="76200" cy="777240"/>
          </a:xfrm>
          <a:prstGeom prst="rect">
            <a:avLst/>
          </a:prstGeom>
          <a:solidFill>
            <a:srgbClr val="18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5879592"/>
            <a:ext cx="4892040" cy="6309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8A06A"/>
                </a:solidFill>
                <a:latin typeface="Meiryo"/>
                <a:ea typeface="Meiryo"/>
                <a:cs typeface="Meiryo"/>
              </a:rPr>
              <a:t>💡 計測結果</a:t>
            </a:r>
          </a:p>
          <a:p>
            <a:pPr algn="l"/>
            <a:r>
              <a:rPr sz="13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刃渡りの長さ（mm）が自動表示されます。確認できたら次のSTEPへ。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82880"/>
            <a:ext cx="1874519" cy="658368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874519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0"/>
            <a:ext cx="9311335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刃渡り曲線を3Dで表示する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661" y="1362456"/>
            <a:ext cx="5298118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_curve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05" y="1371600"/>
            <a:ext cx="527983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1783080"/>
            <a:ext cx="502920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8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「3Dビューアで表示」を押す</a:t>
            </a:r>
          </a:p>
          <a:p>
            <a:pPr algn="l">
              <a:spcAft>
                <a:spcPts val="1500"/>
              </a:spcAft>
            </a:pPr>
            <a:r>
              <a:rPr sz="15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STEP 3-4 の下にあるボタンです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8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「3D表示」タブに切り替わる</a:t>
            </a:r>
          </a:p>
          <a:p>
            <a:pPr algn="l">
              <a:spcAft>
                <a:spcPts val="1500"/>
              </a:spcAft>
            </a:pPr>
            <a:r>
              <a:rPr sz="15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刃渡り曲線が緑色の線で立体表示されます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8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マウスで自由に視点変更</a:t>
            </a:r>
          </a:p>
          <a:p>
            <a:pPr algn="l">
              <a:spcAft>
                <a:spcPts val="1500"/>
              </a:spcAft>
            </a:pPr>
            <a:r>
              <a:rPr sz="15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左ドラッグ：回転／右ドラッグ：移動／ホイール：ズーム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5349240"/>
            <a:ext cx="4937760" cy="960120"/>
          </a:xfrm>
          <a:prstGeom prst="roundRect">
            <a:avLst/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5349240"/>
            <a:ext cx="76200" cy="960120"/>
          </a:xfrm>
          <a:prstGeom prst="rect">
            <a:avLst/>
          </a:prstGeom>
          <a:solidFill>
            <a:srgbClr val="18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5422392"/>
            <a:ext cx="4663440" cy="8138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8A06A"/>
                </a:solidFill>
                <a:latin typeface="Meiryo"/>
                <a:ea typeface="Meiryo"/>
                <a:cs typeface="Meiryo"/>
              </a:rPr>
              <a:t>💡 これが研磨の「軌道の土台」</a:t>
            </a:r>
          </a:p>
          <a:p>
            <a:pPr algn="l"/>
            <a:r>
              <a:rPr sz="13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刃渡り曲線は、刃先に沿ってロボットが動く経路の基準線になります。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82880"/>
            <a:ext cx="1874519" cy="658368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874519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0"/>
            <a:ext cx="9311335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刃先の断面形状を作る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7695" y="1362456"/>
            <a:ext cx="3922530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_blade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839" y="1371600"/>
            <a:ext cx="3904242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1691640"/>
            <a:ext cx="557784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5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「刃先形状」タブを開く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刃を真横から見た断面の角度を設定します</a:t>
            </a:r>
          </a:p>
          <a:p>
            <a:pPr algn="l">
              <a:spcAft>
                <a:spcPts val="200"/>
              </a:spcAft>
            </a:pPr>
            <a:r>
              <a:rPr sz="165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5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断面パラメータを入力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z値・yステップ・分割数、各段の左右角度 θL／θR</a:t>
            </a:r>
          </a:p>
          <a:p>
            <a:pPr algn="l">
              <a:spcAft>
                <a:spcPts val="200"/>
              </a:spcAft>
            </a:pPr>
            <a:r>
              <a:rPr sz="165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5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グラフで断面を確認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入力に応じて、刃先の断面プレビューが描かれます</a:t>
            </a:r>
          </a:p>
          <a:p>
            <a:pPr algn="l">
              <a:spcAft>
                <a:spcPts val="200"/>
              </a:spcAft>
            </a:pPr>
            <a:r>
              <a:rPr sz="165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5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「3Dビューアで表示」を押す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設定した刃先形状を3Dに反映します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5440680"/>
            <a:ext cx="5577840" cy="914400"/>
          </a:xfrm>
          <a:prstGeom prst="roundRect">
            <a:avLst/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5440680"/>
            <a:ext cx="76200" cy="91440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5513832"/>
            <a:ext cx="5303520" cy="7680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2B13C"/>
                </a:solidFill>
                <a:latin typeface="Meiryo"/>
                <a:ea typeface="Meiryo"/>
                <a:cs typeface="Meiryo"/>
              </a:rPr>
              <a:t>💡 角度は研ぎたい刃付けに合わせて</a:t>
            </a:r>
          </a:p>
          <a:p>
            <a:pPr algn="l"/>
            <a:r>
              <a:rPr sz="13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段ごとに左右の角度を変えられます。まずは初期値のまま試すのがおすすめです。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18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82880"/>
            <a:ext cx="1874519" cy="658368"/>
          </a:xfrm>
          <a:prstGeom prst="roundRect">
            <a:avLst/>
          </a:prstGeom>
          <a:solidFill>
            <a:srgbClr val="18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874519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0"/>
            <a:ext cx="9311335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形状を合わせてCSVを出力する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916686" y="1362456"/>
            <a:ext cx="4567428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222A3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_both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1371600"/>
            <a:ext cx="454914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1645920"/>
            <a:ext cx="548640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「📐 刃先形状をエッジ曲線に合わせる」を押す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刃先の断面が、刃渡り曲線に沿って並びます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3Dで全体の研磨ルートを確認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緑の櫛状の線が、ロボットの研磨経路です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「📥 研磨ルートCSVを出力」を押す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ボタンが緑色になったら出力できます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23B50"/>
                </a:solidFill>
                <a:latin typeface="Meiryo"/>
                <a:ea typeface="Meiryo"/>
                <a:cs typeface="Meiryo"/>
              </a:rPr>
              <a:t>● </a:t>
            </a:r>
            <a:r>
              <a:rPr sz="1600" b="1">
                <a:solidFill>
                  <a:srgbClr val="222A38"/>
                </a:solidFill>
                <a:latin typeface="Meiryo"/>
                <a:ea typeface="Meiryo"/>
                <a:cs typeface="Meiryo"/>
              </a:rPr>
              <a:t>CSVをRoboDKへ読み込む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A6678"/>
                </a:solidFill>
                <a:latin typeface="Meiryo"/>
                <a:ea typeface="Meiryo"/>
                <a:cs typeface="Meiryo"/>
              </a:rPr>
              <a:t>    出力したCSVを研磨ロボットの制御に使います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486400"/>
            <a:ext cx="5486400" cy="868680"/>
          </a:xfrm>
          <a:prstGeom prst="roundRect">
            <a:avLst/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5486400"/>
            <a:ext cx="76200" cy="868680"/>
          </a:xfrm>
          <a:prstGeom prst="rect">
            <a:avLst/>
          </a:prstGeom>
          <a:solidFill>
            <a:srgbClr val="18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5559552"/>
            <a:ext cx="5212080" cy="7223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8A06A"/>
                </a:solidFill>
                <a:latin typeface="Meiryo"/>
                <a:ea typeface="Meiryo"/>
                <a:cs typeface="Meiryo"/>
              </a:rPr>
              <a:t>🎉 これで完成！</a:t>
            </a:r>
          </a:p>
          <a:p>
            <a:pPr algn="l"/>
            <a:r>
              <a:rPr sz="1350" b="0">
                <a:solidFill>
                  <a:srgbClr val="222A38"/>
                </a:solidFill>
                <a:latin typeface="Meiryo"/>
                <a:ea typeface="Meiryo"/>
                <a:cs typeface="Meiryo"/>
              </a:rPr>
              <a:t>撮影からCSV出力まで、これでひと通りの流れが完了です。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操作の流れ まとめ（チェックリスト）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27080" cy="713232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554480" cy="713232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234440"/>
            <a:ext cx="3383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画像を読み込む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234440"/>
            <a:ext cx="5669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0">
                <a:solidFill>
                  <a:srgbClr val="C9D4E8"/>
                </a:solidFill>
                <a:latin typeface="Meiryo"/>
                <a:ea typeface="Meiryo"/>
                <a:cs typeface="Meiryo"/>
              </a:rPr>
              <a:t>撮影 または 画像ファイルを選択 → 自動エッジ検出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10927080" cy="713232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1554480" cy="713232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011680"/>
            <a:ext cx="3383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「結果」タブで確認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011680"/>
            <a:ext cx="5669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0">
                <a:solidFill>
                  <a:srgbClr val="C9D4E8"/>
                </a:solidFill>
                <a:latin typeface="Meiryo"/>
                <a:ea typeface="Meiryo"/>
                <a:cs typeface="Meiryo"/>
              </a:rPr>
              <a:t>検出画像・エッジ検出画像で輪郭をチェック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10927080" cy="713232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1554480" cy="713232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788920"/>
            <a:ext cx="3383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校正（実寸合わせ）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88920"/>
            <a:ext cx="5669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0">
                <a:solidFill>
                  <a:srgbClr val="C9D4E8"/>
                </a:solidFill>
                <a:latin typeface="Meiryo"/>
                <a:ea typeface="Meiryo"/>
                <a:cs typeface="Meiryo"/>
              </a:rPr>
              <a:t>基準をA4用紙にして 297mm から px/mm を算出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10927080" cy="713232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566160"/>
            <a:ext cx="1554480" cy="713232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66160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566160"/>
            <a:ext cx="3383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アゴ・切先を指定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6160"/>
            <a:ext cx="5669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0">
                <a:solidFill>
                  <a:srgbClr val="C9D4E8"/>
                </a:solidFill>
                <a:latin typeface="Meiryo"/>
                <a:ea typeface="Meiryo"/>
                <a:cs typeface="Meiryo"/>
              </a:rPr>
              <a:t>手動指定→赤丸を調整、刃渡り曲線を作成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43400"/>
            <a:ext cx="10927080" cy="713232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343400"/>
            <a:ext cx="1554480" cy="713232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43400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343400"/>
            <a:ext cx="3383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刃渡り曲線を3D表示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343400"/>
            <a:ext cx="5669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0">
                <a:solidFill>
                  <a:srgbClr val="C9D4E8"/>
                </a:solidFill>
                <a:latin typeface="Meiryo"/>
                <a:ea typeface="Meiryo"/>
                <a:cs typeface="Meiryo"/>
              </a:rPr>
              <a:t>「3Dビューアで表示」で経路の土台を確認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120640"/>
            <a:ext cx="10927080" cy="713232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120640"/>
            <a:ext cx="1554480" cy="713232"/>
          </a:xfrm>
          <a:prstGeom prst="roundRect">
            <a:avLst/>
          </a:prstGeom>
          <a:solidFill>
            <a:srgbClr val="E2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20640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120640"/>
            <a:ext cx="3383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刃先の断面形状を作る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5120640"/>
            <a:ext cx="5669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0">
                <a:solidFill>
                  <a:srgbClr val="C9D4E8"/>
                </a:solidFill>
                <a:latin typeface="Meiryo"/>
                <a:ea typeface="Meiryo"/>
                <a:cs typeface="Meiryo"/>
              </a:rPr>
              <a:t>断面パラメータを設定→「3Dビューアで表示」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97880"/>
            <a:ext cx="10927080" cy="713232"/>
          </a:xfrm>
          <a:prstGeom prst="roundRect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5897880"/>
            <a:ext cx="1554480" cy="713232"/>
          </a:xfrm>
          <a:prstGeom prst="roundRect">
            <a:avLst/>
          </a:prstGeom>
          <a:solidFill>
            <a:srgbClr val="18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897880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897880"/>
            <a:ext cx="3383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合わせてCSV出力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5897880"/>
            <a:ext cx="56692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0">
                <a:solidFill>
                  <a:srgbClr val="C9D4E8"/>
                </a:solidFill>
                <a:latin typeface="Meiryo"/>
                <a:ea typeface="Meiryo"/>
                <a:cs typeface="Meiryo"/>
              </a:rPr>
              <a:t>エッジ曲線に合わせる→研磨ルートCSVを出力→RoboDK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